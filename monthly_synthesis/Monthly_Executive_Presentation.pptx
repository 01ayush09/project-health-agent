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D68910"/>
              </a:solidFill>
              <a:effectLst/>
            </c:spPr>
          </c:dPt>
          <c:dPt>
            <c:idx val="2"/>
            <c:bubble3D val="0"/>
            <c:spPr>
              <a:solidFill>
                <a:srgbClr val="1E844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Red</c:v>
                </c:pt>
                <c:pt idx="1">
                  <c:v>Amber</c:v>
                </c:pt>
                <c:pt idx="2">
                  <c:v>Green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Titan (Outokumpu) S2P Implementation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Wk 1 (July 2)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UniSan S2P Implementation</c:v>
                </c:pt>
              </c:strCache>
            </c:strRef>
          </c:tx>
          <c:spPr>
            <a:solidFill>
              <a:srgbClr val="1E8449"/>
            </a:solidFill>
            <a:ln w="38100" cap="flat">
              <a:solidFill>
                <a:srgbClr val="1E8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Wk 1 (July 2)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E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B3A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Portfolio Health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— Client Program Portfolio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July 2, 2026 – July 2, 2026   |   Prepared for: Executive Sponsor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Where the portfolio stands as of the latest reporting week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463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0680" y="1536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40680" y="2029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 Portfolio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2606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2679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40680" y="3172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This Month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3749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3822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40680" y="4315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This Month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4892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4965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 project-weeks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40680" y="5458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w/ Negative Client Sentiment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Analysis: Direction Matters More Than a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</a:rPr>
              <a:t>RAG trajectory across the last 1 weekly reporting cycles (2 = Green, 1 = Amber, 0 = Red)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6" name="Shape 3"/>
          <p:cNvSpPr/>
          <p:nvPr/>
        </p:nvSpPr>
        <p:spPr>
          <a:xfrm>
            <a:off x="7726680" y="158191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Titan (Outokumpu) S2P Implementation — Stable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26680" y="1828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Trajectory: Red. Held steady across all 1 reporting weeks at Red.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8803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7726680" y="3044952"/>
            <a:ext cx="164592" cy="164592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UniSan S2P Implementation — Stable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32918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Trajectory: Amber. Held steady across all 1 reporting weeks at Amber.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Risks Across the Portfolio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Patterns that would be missed by reviewing each project in isolation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59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No Significant Cross-Project Risk Patterns Detected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No recurring blockers, correlated overspend, or leading-sentiment patterns were detected across the portfolio this period.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Titan (Outokumpu) S2P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052560" y="411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0" y="411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STATUS: 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Schedule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2252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Critical milestone(s) late: Configuration and Build phase, Production &amp; Cutover.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201168" cy="201168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Budget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8470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Budget actuals/planned-to-date not provided — flagged for follow-up.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6946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Milestones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468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2 milestones are overdue: Configuration and Build phase, Production &amp; Cutover.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Blockers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0906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3 open blockers — escalating volume of unresolved issues.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13048"/>
            <a:ext cx="201168" cy="201168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39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Sentiment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71246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Stakeholder tone is negative but not escalating.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B3A8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Bottom line for the client conversation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Critical milestone(s) late: Configuration and Build phase, Production &amp; Cutover. This requires executive-level attention this cycle — Escalate the open blocker(s) to the steering committee this week; they are the primary driver of risk.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Actions for this coming month, in priority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Address the Titan (Outokumpu) S2P Implementation schedule issue this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Critical milestone(s) late: Configuration and Build phase, Production &amp; Cutover.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How RAG Status Is Determined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</a:rPr>
              <a:t>Automated weekly scoring across five weighted signals, with escalation overrides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Schedule (25%)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% of tasks past their planned date; any late critical milestone forces 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98064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35224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Budget (20%)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35224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Actual vs. planned spend-to-date. Green 90–110%, Amber 70–90% / 110–130%, Red beyond that.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8928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76088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Milestones (25%)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76088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Overdue milestones and those due within 2 weeks flagged at risk.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79792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16952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Blockers (20%)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16952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Count, severity, and age of open blockers; any critical or 14+ day blocker escalates.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0656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57816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Sentiment (10%)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57816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PM/client narrative tone and week-over-week trend, classified automatically.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E69"/>
                </a:solidFill>
              </a:rPr>
              <a:t>Missing data is never treated as automatically Green — it is scored Amber and flagged for follow-up. Critical blockers or 2+ overdue milestones override the weighted score and force Red regardless of other signals.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</a:rPr>
              <a:t>Full methodology: RAG_METHODOLOGY.md  |  Agent source: /agent  |  Weekly reports: /outputs/weekly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Portfolio Health Review</dc:title>
  <dc:subject>PptxGenJS Presentation</dc:subject>
  <dc:creator>Professional Services PMO</dc:creator>
  <cp:lastModifiedBy>Professional Services PMO</cp:lastModifiedBy>
  <cp:revision>1</cp:revision>
  <dcterms:created xsi:type="dcterms:W3CDTF">2026-07-10T12:15:21Z</dcterms:created>
  <dcterms:modified xsi:type="dcterms:W3CDTF">2026-07-10T12:15:21Z</dcterms:modified>
</cp:coreProperties>
</file>